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7559675" cy="10691813"/>
  <p:notesSz cx="6669088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A4A3A4"/>
          </p15:clr>
        </p15:guide>
        <p15:guide id="2" pos="23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2328" y="72"/>
      </p:cViewPr>
      <p:guideLst>
        <p:guide orient="horz" pos="3367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778250" y="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151063" y="1241425"/>
            <a:ext cx="236696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66750" y="4776788"/>
            <a:ext cx="5335588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362565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1063" y="1241425"/>
            <a:ext cx="236696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66750" y="4776788"/>
            <a:ext cx="5335588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7839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ol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60"/>
              <a:buFont typeface="Calibri"/>
              <a:buNone/>
              <a:defRPr sz="4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None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None/>
              <a:defRPr sz="16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None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None/>
              <a:defRPr sz="132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None/>
              <a:defRPr sz="132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None/>
              <a:defRPr sz="132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None/>
              <a:defRPr sz="132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None/>
              <a:defRPr sz="132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None/>
              <a:defRPr sz="132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ol i objecte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37"/>
              <a:buFont typeface="Calibri"/>
              <a:buNone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5602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315"/>
              <a:buFont typeface="Arial"/>
              <a:buChar char="•"/>
              <a:defRPr sz="23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4583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3565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Char char="•"/>
              <a:defRPr sz="16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çalera de la secció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60"/>
              <a:buFont typeface="Calibri"/>
              <a:buNone/>
              <a:defRPr sz="4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None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653"/>
              <a:buFont typeface="Arial"/>
              <a:buNone/>
              <a:defRPr sz="165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488"/>
              <a:buFont typeface="Arial"/>
              <a:buNone/>
              <a:defRPr sz="14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323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323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323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323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323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323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cte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37"/>
              <a:buFont typeface="Calibri"/>
              <a:buNone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519728" y="2846200"/>
            <a:ext cx="3212862" cy="678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5602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315"/>
              <a:buFont typeface="Arial"/>
              <a:buChar char="•"/>
              <a:defRPr sz="23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4583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3565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Char char="•"/>
              <a:defRPr sz="16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3827085" y="2846200"/>
            <a:ext cx="3212862" cy="678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5602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315"/>
              <a:buFont typeface="Arial"/>
              <a:buChar char="•"/>
              <a:defRPr sz="23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4583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3565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Char char="•"/>
              <a:defRPr sz="16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37"/>
              <a:buFont typeface="Calibri"/>
              <a:buNone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None/>
              <a:defRPr sz="198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None/>
              <a:defRPr sz="165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None/>
              <a:defRPr sz="148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None/>
              <a:defRPr sz="132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None/>
              <a:defRPr sz="132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None/>
              <a:defRPr sz="132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None/>
              <a:defRPr sz="132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None/>
              <a:defRPr sz="132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None/>
              <a:defRPr sz="132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520713" y="3905482"/>
            <a:ext cx="3198096" cy="574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5602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315"/>
              <a:buFont typeface="Arial"/>
              <a:buChar char="•"/>
              <a:defRPr sz="23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4583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3565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Char char="•"/>
              <a:defRPr sz="16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3827086" y="2620980"/>
            <a:ext cx="3213847" cy="1284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None/>
              <a:defRPr sz="198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None/>
              <a:defRPr sz="165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None/>
              <a:defRPr sz="148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None/>
              <a:defRPr sz="132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None/>
              <a:defRPr sz="132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None/>
              <a:defRPr sz="132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None/>
              <a:defRPr sz="132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None/>
              <a:defRPr sz="132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None/>
              <a:defRPr sz="132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3827086" y="3905482"/>
            <a:ext cx="3213847" cy="574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5602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315"/>
              <a:buFont typeface="Arial"/>
              <a:buChar char="•"/>
              <a:defRPr sz="23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4583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3565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Char char="•"/>
              <a:defRPr sz="16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més títol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37"/>
              <a:buFont typeface="Calibri"/>
              <a:buNone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ingut amb l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5"/>
              <a:buFont typeface="Calibri"/>
              <a:buNone/>
              <a:defRPr sz="264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213847" y="1539425"/>
            <a:ext cx="3827085" cy="7598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6557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5"/>
              <a:buFont typeface="Arial"/>
              <a:buChar char="•"/>
              <a:defRPr sz="264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75602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2315"/>
              <a:buFont typeface="Arial"/>
              <a:buChar char="•"/>
              <a:defRPr sz="23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4583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3565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Char char="•"/>
              <a:defRPr sz="16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3565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Char char="•"/>
              <a:defRPr sz="16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3565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Char char="•"/>
              <a:defRPr sz="16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3565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Char char="•"/>
              <a:defRPr sz="16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3565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Char char="•"/>
              <a:defRPr sz="16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3565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Char char="•"/>
              <a:defRPr sz="16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520712" y="3207544"/>
            <a:ext cx="2438192" cy="5942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None/>
              <a:defRPr sz="132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157"/>
              <a:buFont typeface="Arial"/>
              <a:buNone/>
              <a:defRPr sz="11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992"/>
              <a:buFont typeface="Arial"/>
              <a:buNone/>
              <a:defRPr sz="9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Font typeface="Arial"/>
              <a:buNone/>
              <a:defRPr sz="82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Font typeface="Arial"/>
              <a:buNone/>
              <a:defRPr sz="82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Font typeface="Arial"/>
              <a:buNone/>
              <a:defRPr sz="82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Font typeface="Arial"/>
              <a:buNone/>
              <a:defRPr sz="82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Font typeface="Arial"/>
              <a:buNone/>
              <a:defRPr sz="82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Font typeface="Arial"/>
              <a:buNone/>
              <a:defRPr sz="82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tge amb l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5"/>
              <a:buFont typeface="Calibri"/>
              <a:buNone/>
              <a:defRPr sz="264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3213847" y="1539425"/>
            <a:ext cx="3827085" cy="7598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5"/>
              <a:buFont typeface="Arial"/>
              <a:buNone/>
              <a:defRPr sz="264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2315"/>
              <a:buFont typeface="Arial"/>
              <a:buNone/>
              <a:defRPr sz="23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None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None/>
              <a:defRPr sz="16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None/>
              <a:defRPr sz="16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None/>
              <a:defRPr sz="16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None/>
              <a:defRPr sz="16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None/>
              <a:defRPr sz="16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None/>
              <a:defRPr sz="16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520712" y="3207544"/>
            <a:ext cx="2438192" cy="5942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None/>
              <a:defRPr sz="132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157"/>
              <a:buFont typeface="Arial"/>
              <a:buNone/>
              <a:defRPr sz="11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992"/>
              <a:buFont typeface="Arial"/>
              <a:buNone/>
              <a:defRPr sz="9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Font typeface="Arial"/>
              <a:buNone/>
              <a:defRPr sz="82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Font typeface="Arial"/>
              <a:buNone/>
              <a:defRPr sz="82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Font typeface="Arial"/>
              <a:buNone/>
              <a:defRPr sz="82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Font typeface="Arial"/>
              <a:buNone/>
              <a:defRPr sz="82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Font typeface="Arial"/>
              <a:buNone/>
              <a:defRPr sz="82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Font typeface="Arial"/>
              <a:buNone/>
              <a:defRPr sz="82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ol i text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37"/>
              <a:buFont typeface="Calibri"/>
              <a:buNone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87909" y="2978019"/>
            <a:ext cx="6783857" cy="6520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5602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315"/>
              <a:buFont typeface="Arial"/>
              <a:buChar char="•"/>
              <a:defRPr sz="23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4583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3565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Char char="•"/>
              <a:defRPr sz="16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ol vertical i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1694512" y="4284621"/>
            <a:ext cx="9060817" cy="163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37"/>
              <a:buFont typeface="Calibri"/>
              <a:buNone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-1612846" y="2701814"/>
            <a:ext cx="9060817" cy="479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5602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315"/>
              <a:buFont typeface="Arial"/>
              <a:buChar char="•"/>
              <a:defRPr sz="23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4583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3565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Char char="•"/>
              <a:defRPr sz="16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37"/>
              <a:buFont typeface="Calibri"/>
              <a:buNone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5602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315"/>
              <a:buFont typeface="Arial"/>
              <a:buChar char="•"/>
              <a:defRPr sz="23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4583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3565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Char char="•"/>
              <a:defRPr sz="16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08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9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-1" y="2275368"/>
            <a:ext cx="7278385" cy="8416446"/>
          </a:xfrm>
          <a:prstGeom prst="rect">
            <a:avLst/>
          </a:prstGeom>
          <a:solidFill>
            <a:srgbClr val="EAEFF7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>
            <a:spLocks noGrp="1"/>
          </p:cNvSpPr>
          <p:nvPr>
            <p:ph type="ctrTitle"/>
          </p:nvPr>
        </p:nvSpPr>
        <p:spPr>
          <a:xfrm>
            <a:off x="283500" y="1154390"/>
            <a:ext cx="4886759" cy="743110"/>
          </a:xfrm>
          <a:prstGeom prst="rect">
            <a:avLst/>
          </a:prstGeom>
          <a:noFill/>
          <a:ln w="12700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None/>
            </a:pPr>
            <a:r>
              <a:rPr lang="ca-ES" sz="18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ca-ES" sz="18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ca-ES" sz="18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ca-ES" sz="18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ca-ES" sz="18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ca-ES" sz="18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ca-ES" sz="18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ca-ES" sz="18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ca-ES" sz="18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ca-ES" sz="18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ca-ES" sz="18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ca-ES" sz="18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ca-ES" sz="18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ca-ES" sz="18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ca-ES" sz="1700" b="1" i="0" u="none" strike="noStrike" cap="none">
                <a:solidFill>
                  <a:srgbClr val="000078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r>
              <a:rPr lang="ca-ES" sz="1700" b="1">
                <a:solidFill>
                  <a:srgbClr val="00007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ca-ES" sz="1700" b="1" i="0" u="none" strike="noStrike" cap="none">
                <a:solidFill>
                  <a:srgbClr val="000078"/>
                </a:solidFill>
                <a:latin typeface="Arial"/>
                <a:ea typeface="Arial"/>
                <a:cs typeface="Arial"/>
                <a:sym typeface="Arial"/>
              </a:rPr>
              <a:t> del projecte / Nombre del proyecto</a:t>
            </a:r>
            <a:r>
              <a:rPr lang="ca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ca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ca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ca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ca-E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5273749" y="1154390"/>
            <a:ext cx="2004638" cy="979038"/>
          </a:xfrm>
          <a:prstGeom prst="rect">
            <a:avLst/>
          </a:prstGeom>
          <a:noFill/>
          <a:ln w="12700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ca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ca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ca-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projecte / 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-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proyecto 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ca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ca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83500" y="2507571"/>
            <a:ext cx="6717375" cy="682944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-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text text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83499" y="2245741"/>
            <a:ext cx="3929271" cy="29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78"/>
              </a:buClr>
              <a:buSzPts val="1200"/>
              <a:buFont typeface="Arial"/>
              <a:buNone/>
            </a:pPr>
            <a:r>
              <a:rPr lang="ca-ES" sz="1200" b="1" i="0" u="none" strike="noStrike" cap="none">
                <a:solidFill>
                  <a:srgbClr val="000078"/>
                </a:solidFill>
                <a:latin typeface="Arial"/>
                <a:ea typeface="Arial"/>
                <a:cs typeface="Arial"/>
                <a:sym typeface="Arial"/>
              </a:rPr>
              <a:t>Resum / Resumen</a:t>
            </a:r>
            <a:endParaRPr sz="1200" b="1" i="0" u="none" strike="noStrike" cap="none">
              <a:solidFill>
                <a:srgbClr val="0000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283499" y="4273766"/>
            <a:ext cx="3929271" cy="29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78"/>
              </a:buClr>
              <a:buSzPts val="1200"/>
              <a:buFont typeface="Arial"/>
              <a:buNone/>
            </a:pPr>
            <a:r>
              <a:rPr lang="ca-ES" sz="1200" b="1" i="0" u="none" strike="noStrike" cap="none">
                <a:solidFill>
                  <a:srgbClr val="000078"/>
                </a:solidFill>
                <a:latin typeface="Arial"/>
                <a:ea typeface="Arial"/>
                <a:cs typeface="Arial"/>
                <a:sym typeface="Arial"/>
              </a:rPr>
              <a:t>Producte/</a:t>
            </a:r>
            <a:r>
              <a:rPr lang="ca-ES" sz="1200" b="1">
                <a:solidFill>
                  <a:srgbClr val="000078"/>
                </a:solidFill>
              </a:rPr>
              <a:t>s</a:t>
            </a:r>
            <a:r>
              <a:rPr lang="ca-ES" sz="1200" b="1" i="0" u="none" strike="noStrike" cap="none">
                <a:solidFill>
                  <a:srgbClr val="000078"/>
                </a:solidFill>
                <a:latin typeface="Arial"/>
                <a:ea typeface="Arial"/>
                <a:cs typeface="Arial"/>
                <a:sym typeface="Arial"/>
              </a:rPr>
              <a:t>olució Producto/solución</a:t>
            </a:r>
            <a:endParaRPr sz="1200" b="1" i="0" u="none" strike="noStrike" cap="none">
              <a:solidFill>
                <a:srgbClr val="0000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283499" y="6238180"/>
            <a:ext cx="3929271" cy="29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78"/>
              </a:buClr>
              <a:buSzPts val="1200"/>
              <a:buFont typeface="Arial"/>
              <a:buNone/>
            </a:pPr>
            <a:r>
              <a:rPr lang="ca-ES" sz="1200" b="1" i="0" u="none" strike="noStrike" cap="none">
                <a:solidFill>
                  <a:srgbClr val="000078"/>
                </a:solidFill>
                <a:latin typeface="Arial"/>
                <a:ea typeface="Arial"/>
                <a:cs typeface="Arial"/>
                <a:sym typeface="Arial"/>
              </a:rPr>
              <a:t>Avantatges </a:t>
            </a:r>
            <a:r>
              <a:rPr lang="ca-ES" sz="1200" b="1">
                <a:solidFill>
                  <a:srgbClr val="000078"/>
                </a:solidFill>
              </a:rPr>
              <a:t>c</a:t>
            </a:r>
            <a:r>
              <a:rPr lang="ca-ES" sz="1200" b="1" i="0" u="none" strike="noStrike" cap="none">
                <a:solidFill>
                  <a:srgbClr val="000078"/>
                </a:solidFill>
                <a:latin typeface="Arial"/>
                <a:ea typeface="Arial"/>
                <a:cs typeface="Arial"/>
                <a:sym typeface="Arial"/>
              </a:rPr>
              <a:t>ompetitius / Ventajas competitivas</a:t>
            </a:r>
            <a:endParaRPr sz="1200" b="1" i="0" u="none" strike="noStrike" cap="none">
              <a:solidFill>
                <a:srgbClr val="0000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233031" y="7309280"/>
            <a:ext cx="6318142" cy="29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78"/>
              </a:buClr>
              <a:buSzPts val="1200"/>
              <a:buFont typeface="Arial"/>
              <a:buNone/>
            </a:pPr>
            <a:r>
              <a:rPr lang="ca-ES" sz="1200" b="1" i="0" u="none" strike="noStrike" cap="none">
                <a:solidFill>
                  <a:srgbClr val="000078"/>
                </a:solidFill>
                <a:latin typeface="Arial"/>
                <a:ea typeface="Arial"/>
                <a:cs typeface="Arial"/>
                <a:sym typeface="Arial"/>
              </a:rPr>
              <a:t>Model de </a:t>
            </a:r>
            <a:r>
              <a:rPr lang="ca-ES" sz="1200" b="1">
                <a:solidFill>
                  <a:srgbClr val="000078"/>
                </a:solidFill>
              </a:rPr>
              <a:t>n</a:t>
            </a:r>
            <a:r>
              <a:rPr lang="ca-ES" sz="1200" b="1" i="0" u="none" strike="noStrike" cap="none">
                <a:solidFill>
                  <a:srgbClr val="000078"/>
                </a:solidFill>
                <a:latin typeface="Arial"/>
                <a:ea typeface="Arial"/>
                <a:cs typeface="Arial"/>
                <a:sym typeface="Arial"/>
              </a:rPr>
              <a:t>egoci / Modelo de negocio</a:t>
            </a:r>
            <a:endParaRPr sz="1200" b="1" i="0" u="none" strike="noStrike" cap="none">
              <a:solidFill>
                <a:srgbClr val="0000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283499" y="8385437"/>
            <a:ext cx="3384736" cy="29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78"/>
              </a:buClr>
              <a:buSzPts val="1200"/>
              <a:buFont typeface="Arial"/>
              <a:buNone/>
            </a:pPr>
            <a:r>
              <a:rPr lang="ca-ES" sz="1200" b="1" i="0" u="none" strike="noStrike" cap="none">
                <a:solidFill>
                  <a:srgbClr val="000078"/>
                </a:solidFill>
                <a:latin typeface="Arial"/>
                <a:ea typeface="Arial"/>
                <a:cs typeface="Arial"/>
                <a:sym typeface="Arial"/>
              </a:rPr>
              <a:t>Mercat objectiu / Mercado objetivo</a:t>
            </a:r>
            <a:endParaRPr sz="1200" b="1" i="0" u="none" strike="noStrike" cap="none">
              <a:solidFill>
                <a:srgbClr val="0000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283497" y="9409196"/>
            <a:ext cx="3929271" cy="29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78"/>
              </a:buClr>
              <a:buSzPts val="1200"/>
              <a:buFont typeface="Arial"/>
              <a:buNone/>
            </a:pPr>
            <a:r>
              <a:rPr lang="ca-ES" sz="1200" b="1" i="0" u="none" strike="noStrike" cap="none">
                <a:solidFill>
                  <a:srgbClr val="000078"/>
                </a:solidFill>
                <a:latin typeface="Arial"/>
                <a:ea typeface="Arial"/>
                <a:cs typeface="Arial"/>
                <a:sym typeface="Arial"/>
              </a:rPr>
              <a:t>Fites assolides / Hitos logrados</a:t>
            </a:r>
            <a:endParaRPr sz="1200" b="1" i="0" u="none" strike="noStrike" cap="none">
              <a:solidFill>
                <a:srgbClr val="0000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283493" y="3191895"/>
            <a:ext cx="6717382" cy="29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78"/>
              </a:buClr>
              <a:buSzPts val="1200"/>
              <a:buFont typeface="Arial"/>
              <a:buNone/>
            </a:pPr>
            <a:r>
              <a:rPr lang="ca-ES" sz="1200" b="1" i="0" u="none" strike="noStrike" cap="none">
                <a:solidFill>
                  <a:srgbClr val="000078"/>
                </a:solidFill>
                <a:latin typeface="Arial"/>
                <a:ea typeface="Arial"/>
                <a:cs typeface="Arial"/>
                <a:sym typeface="Arial"/>
              </a:rPr>
              <a:t>Equip promotor/emprenedor / Equipo promotor/emprendedor</a:t>
            </a:r>
            <a:endParaRPr sz="1200" b="1" i="0" u="none" strike="noStrike" cap="none">
              <a:solidFill>
                <a:srgbClr val="0000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283493" y="4607448"/>
            <a:ext cx="6717382" cy="1616119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-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text text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283493" y="3522303"/>
            <a:ext cx="6717382" cy="725878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171450" marR="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ca-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ca-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ca-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ca-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283496" y="9721945"/>
            <a:ext cx="3384738" cy="749174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ca-E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ca-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ca-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ca-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275563" y="8683324"/>
            <a:ext cx="3392671" cy="725872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-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text text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283498" y="7602777"/>
            <a:ext cx="6717378" cy="757425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-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text text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283497" y="6529700"/>
            <a:ext cx="6717378" cy="739317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ca-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ca-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ca-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ca-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283500" y="146278"/>
            <a:ext cx="7098375" cy="408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78"/>
              </a:buClr>
              <a:buSzPts val="1000"/>
              <a:buFont typeface="Arial"/>
              <a:buNone/>
            </a:pPr>
            <a:r>
              <a:rPr lang="ca-ES" sz="1000" b="1" i="0" u="none" strike="noStrike" cap="none">
                <a:solidFill>
                  <a:srgbClr val="000078"/>
                </a:solidFill>
                <a:latin typeface="Arial"/>
                <a:ea typeface="Arial"/>
                <a:cs typeface="Arial"/>
                <a:sym typeface="Arial"/>
              </a:rPr>
              <a:t>RESUM EXECUTIU SPINUOC</a:t>
            </a:r>
            <a:endParaRPr sz="1000" b="1" i="0" u="none" strike="noStrike" cap="none">
              <a:solidFill>
                <a:srgbClr val="0000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sldNum" idx="12"/>
          </p:nvPr>
        </p:nvSpPr>
        <p:spPr>
          <a:xfrm>
            <a:off x="7000875" y="10471119"/>
            <a:ext cx="372447" cy="131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8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3734086" y="9409196"/>
            <a:ext cx="3929271" cy="29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78"/>
              </a:buClr>
              <a:buSzPts val="1200"/>
              <a:buFont typeface="Arial"/>
              <a:buNone/>
            </a:pPr>
            <a:r>
              <a:rPr lang="ca-ES" sz="1200" b="1" i="0" u="none" strike="noStrike" cap="none">
                <a:solidFill>
                  <a:srgbClr val="000078"/>
                </a:solidFill>
                <a:latin typeface="Arial"/>
                <a:ea typeface="Arial"/>
                <a:cs typeface="Arial"/>
                <a:sym typeface="Arial"/>
              </a:rPr>
              <a:t>Fites </a:t>
            </a:r>
            <a:r>
              <a:rPr lang="ca-ES" sz="1200" b="1">
                <a:solidFill>
                  <a:srgbClr val="000078"/>
                </a:solidFill>
              </a:rPr>
              <a:t>per</a:t>
            </a:r>
            <a:r>
              <a:rPr lang="ca-ES" sz="1200" b="1" i="0" u="none" strike="noStrike" cap="none">
                <a:solidFill>
                  <a:srgbClr val="000078"/>
                </a:solidFill>
                <a:latin typeface="Arial"/>
                <a:ea typeface="Arial"/>
                <a:cs typeface="Arial"/>
                <a:sym typeface="Arial"/>
              </a:rPr>
              <a:t> assolir / Hitos por conseguir </a:t>
            </a:r>
            <a:endParaRPr sz="1200" b="1" i="0" u="none" strike="noStrike" cap="none">
              <a:solidFill>
                <a:srgbClr val="0000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3734085" y="9721945"/>
            <a:ext cx="3384738" cy="749174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ca-E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ca-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ca-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ca-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3742021" y="8392048"/>
            <a:ext cx="3384736" cy="29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78"/>
              </a:buClr>
              <a:buSzPts val="1200"/>
              <a:buFont typeface="Arial"/>
              <a:buNone/>
            </a:pPr>
            <a:r>
              <a:rPr lang="ca-ES" sz="1200" b="1" i="0" u="none" strike="noStrike" cap="none">
                <a:solidFill>
                  <a:srgbClr val="000078"/>
                </a:solidFill>
                <a:latin typeface="Arial"/>
                <a:ea typeface="Arial"/>
                <a:cs typeface="Arial"/>
                <a:sym typeface="Arial"/>
              </a:rPr>
              <a:t>Competència / Competencia</a:t>
            </a:r>
            <a:endParaRPr sz="1200" b="1" i="0" u="none" strike="noStrike" cap="none">
              <a:solidFill>
                <a:srgbClr val="0000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3734085" y="8689935"/>
            <a:ext cx="3392671" cy="725872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-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text text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6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302" y="233214"/>
            <a:ext cx="597300" cy="44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7;p28"/>
          <p:cNvPicPr preferRelativeResize="0"/>
          <p:nvPr/>
        </p:nvPicPr>
        <p:blipFill rotWithShape="1">
          <a:blip r:embed="rId4">
            <a:alphaModFix/>
          </a:blip>
          <a:srcRect r="-11731" b="-11731"/>
          <a:stretch/>
        </p:blipFill>
        <p:spPr>
          <a:xfrm>
            <a:off x="867600" y="287650"/>
            <a:ext cx="986400" cy="2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9;p28"/>
          <p:cNvSpPr/>
          <p:nvPr/>
        </p:nvSpPr>
        <p:spPr>
          <a:xfrm>
            <a:off x="869050" y="654174"/>
            <a:ext cx="6576023" cy="45719"/>
          </a:xfrm>
          <a:prstGeom prst="rect">
            <a:avLst/>
          </a:prstGeom>
          <a:solidFill>
            <a:srgbClr val="73ED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10;p28"/>
          <p:cNvSpPr/>
          <p:nvPr/>
        </p:nvSpPr>
        <p:spPr>
          <a:xfrm flipV="1">
            <a:off x="869050" y="193906"/>
            <a:ext cx="6576023" cy="45719"/>
          </a:xfrm>
          <a:prstGeom prst="rect">
            <a:avLst/>
          </a:prstGeom>
          <a:solidFill>
            <a:srgbClr val="73ED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l'Office">
  <a:themeElements>
    <a:clrScheme name="Tema de l'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l'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78</Words>
  <Application>Microsoft Office PowerPoint</Application>
  <PresentationFormat>Personalitzat</PresentationFormat>
  <Paragraphs>51</Paragraphs>
  <Slides>1</Slides>
  <Notes>1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2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de l'Office</vt:lpstr>
      <vt:lpstr>       Nom del projecte / Nombre del proyecto  Baseline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 del projecte / Nombre del proyecto  Baseline</dc:title>
  <dc:creator>Txell Pedreño Vila</dc:creator>
  <cp:lastModifiedBy>Txell Pedreño Vila</cp:lastModifiedBy>
  <cp:revision>3</cp:revision>
  <dcterms:modified xsi:type="dcterms:W3CDTF">2024-10-07T15:39:51Z</dcterms:modified>
</cp:coreProperties>
</file>